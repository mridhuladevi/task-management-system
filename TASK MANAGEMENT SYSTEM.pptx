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5akAdVFBHwoeKMjlLIwBOGero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244b6d460536dab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h244b6d460536dab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/>
          <p:nvPr/>
        </p:nvSpPr>
        <p:spPr>
          <a:xfrm>
            <a:off x="914400" y="2393950"/>
            <a:ext cx="10363200" cy="109538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9;p8"/>
          <p:cNvSpPr txBox="1"/>
          <p:nvPr>
            <p:ph type="ctrTitle"/>
          </p:nvPr>
        </p:nvSpPr>
        <p:spPr>
          <a:xfrm>
            <a:off x="914400" y="990600"/>
            <a:ext cx="1036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" type="subTitle"/>
          </p:nvPr>
        </p:nvSpPr>
        <p:spPr>
          <a:xfrm>
            <a:off x="1930400" y="3429000"/>
            <a:ext cx="9347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None/>
              <a:defRPr sz="2800"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1" type="ftr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2" type="sldNum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8" name="Google Shape;38;p11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" type="body"/>
          </p:nvPr>
        </p:nvSpPr>
        <p:spPr>
          <a:xfrm>
            <a:off x="755651" y="1752600"/>
            <a:ext cx="523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4" name="Google Shape;44;p12"/>
          <p:cNvSpPr txBox="1"/>
          <p:nvPr>
            <p:ph idx="2" type="body"/>
          </p:nvPr>
        </p:nvSpPr>
        <p:spPr>
          <a:xfrm>
            <a:off x="6191251" y="1752600"/>
            <a:ext cx="523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5" name="Google Shape;45;p12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2" name="Google Shape;52;p13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13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indent="-355600" lvl="4" marL="22860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64" name="Google Shape;64;p15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 rot="5400000">
            <a:off x="3956051" y="-1447800"/>
            <a:ext cx="4267200" cy="106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 rot="5400000">
            <a:off x="7242176" y="1827742"/>
            <a:ext cx="5715000" cy="26691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 rot="5400000">
            <a:off x="1801284" y="-740833"/>
            <a:ext cx="5715000" cy="7806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100000" ty="0" sy="100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" name="Google Shape;12;p7"/>
          <p:cNvSpPr/>
          <p:nvPr/>
        </p:nvSpPr>
        <p:spPr>
          <a:xfrm>
            <a:off x="812800" y="1566864"/>
            <a:ext cx="10610851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3" name="Google Shape;13;p7"/>
          <p:cNvCxnSpPr/>
          <p:nvPr/>
        </p:nvCxnSpPr>
        <p:spPr>
          <a:xfrm>
            <a:off x="812800" y="6172200"/>
            <a:ext cx="105664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11491" y="64077"/>
            <a:ext cx="100012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838200" y="3809868"/>
            <a:ext cx="10515600" cy="722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000"/>
              <a:buFont typeface="Verdana"/>
              <a:buNone/>
            </a:pPr>
            <a:r>
              <a:rPr b="1" lang="en-US" sz="4000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TASK MANAGEMENT SYSTEM</a:t>
            </a:r>
            <a:endParaRPr b="1" sz="4000">
              <a:solidFill>
                <a:srgbClr val="7030A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000"/>
              <a:buFont typeface="Verdana"/>
              <a:buNone/>
            </a:pPr>
            <a:r>
              <a:rPr b="1" lang="en-US" sz="4000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WEB PROGRAMMING PROJECT</a:t>
            </a:r>
            <a:endParaRPr b="1" sz="4000">
              <a:solidFill>
                <a:srgbClr val="7030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398328" y="5644863"/>
            <a:ext cx="447963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NAME: MRIDHULA DEVI M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REG NO: 240701337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708891" y="1213137"/>
            <a:ext cx="10515600" cy="722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Verdana"/>
              <a:buNone/>
            </a:pPr>
            <a:r>
              <a:rPr b="1" lang="en-US" sz="280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Department of Computer Science and Engineering</a:t>
            </a:r>
            <a:endParaRPr/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956" y="188510"/>
            <a:ext cx="3539490" cy="10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ABSTRACT</a:t>
            </a:r>
            <a:endParaRPr sz="2800"/>
          </a:p>
        </p:txBody>
      </p:sp>
      <p:sp>
        <p:nvSpPr>
          <p:cNvPr id="101" name="Google Shape;101;p2"/>
          <p:cNvSpPr txBox="1"/>
          <p:nvPr>
            <p:ph idx="1" type="body"/>
          </p:nvPr>
        </p:nvSpPr>
        <p:spPr>
          <a:xfrm>
            <a:off x="812800" y="1978025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31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3100">
                <a:latin typeface="Arial"/>
                <a:ea typeface="Arial"/>
                <a:cs typeface="Arial"/>
                <a:sym typeface="Arial"/>
              </a:rPr>
              <a:t>Task Management System</a:t>
            </a:r>
            <a:r>
              <a:rPr lang="en-US" sz="3100">
                <a:latin typeface="Arial"/>
                <a:ea typeface="Arial"/>
                <a:cs typeface="Arial"/>
                <a:sym typeface="Arial"/>
              </a:rPr>
              <a:t> is a web-based application designed to simplify task creation, assignment, tracking, and status management. It provides separate access for administrators and team members, with real-time notifications to improve team communication and productivity. 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INTERNSHIP</a:t>
            </a:r>
            <a:endParaRPr/>
          </a:p>
        </p:txBody>
      </p:sp>
      <p:sp>
        <p:nvSpPr>
          <p:cNvPr id="103" name="Google Shape;103;p2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</a:t>
            </a:r>
            <a:endParaRPr/>
          </a:p>
        </p:txBody>
      </p:sp>
      <p:sp>
        <p:nvSpPr>
          <p:cNvPr id="104" name="Google Shape;104;p2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PROBLEM STATEMENT</a:t>
            </a:r>
            <a:endParaRPr sz="2800"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None/>
            </a:pPr>
            <a:b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4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INTERNSHIP</a:t>
            </a:r>
            <a:endParaRPr/>
          </a:p>
        </p:txBody>
      </p:sp>
      <p:sp>
        <p:nvSpPr>
          <p:cNvPr id="112" name="Google Shape;112;p4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</a:t>
            </a:r>
            <a:endParaRPr/>
          </a:p>
        </p:txBody>
      </p:sp>
      <p:sp>
        <p:nvSpPr>
          <p:cNvPr id="113" name="Google Shape;113;p4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925187" y="1801212"/>
            <a:ext cx="9841156" cy="3170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Managing tasks through manual methods or scattered communication can lead to </a:t>
            </a:r>
            <a:r>
              <a:rPr b="1" lang="en-US" sz="2600">
                <a:solidFill>
                  <a:schemeClr val="dk1"/>
                </a:solidFill>
              </a:rPr>
              <a:t>missed deadlines, unclear responsibilities, and poor task tracking</a:t>
            </a:r>
            <a:r>
              <a:rPr lang="en-US" sz="2600">
                <a:solidFill>
                  <a:schemeClr val="dk1"/>
                </a:solidFill>
              </a:rPr>
              <a:t>. A centralized system is needed to efficiently assign tasks, monitor progress, and keep team members updated in real time.</a:t>
            </a:r>
            <a:endParaRPr sz="26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LITERATURE SURVEY</a:t>
            </a:r>
            <a:endParaRPr sz="2800"/>
          </a:p>
        </p:txBody>
      </p:sp>
      <p:sp>
        <p:nvSpPr>
          <p:cNvPr id="120" name="Google Shape;120;p3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INTERNSHIP</a:t>
            </a:r>
            <a:endParaRPr/>
          </a:p>
        </p:txBody>
      </p:sp>
      <p:sp>
        <p:nvSpPr>
          <p:cNvPr id="121" name="Google Shape;121;p3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</a:t>
            </a:r>
            <a:endParaRPr/>
          </a:p>
        </p:txBody>
      </p:sp>
      <p:sp>
        <p:nvSpPr>
          <p:cNvPr id="122" name="Google Shape;122;p3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3"/>
          <p:cNvSpPr txBox="1"/>
          <p:nvPr>
            <p:ph idx="1" type="body"/>
          </p:nvPr>
        </p:nvSpPr>
        <p:spPr>
          <a:xfrm>
            <a:off x="812800" y="2209835"/>
            <a:ext cx="100068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Existing task management systems provide basic features such as task creation, assignment, tracking, and status updates.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Many systems use centralized databases and traditional request-response communication.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Existing solutions may lack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real-time notifications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for task assignments and status changes.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There is a need for a simple system that combines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role-based task management, real-time updates, and cloud-based data storage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PROPOSED WORK</a:t>
            </a:r>
            <a:endParaRPr sz="2800"/>
          </a:p>
        </p:txBody>
      </p:sp>
      <p:sp>
        <p:nvSpPr>
          <p:cNvPr id="129" name="Google Shape;129;p5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None/>
            </a:pPr>
            <a:b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5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INTERNSHIP</a:t>
            </a:r>
            <a:endParaRPr/>
          </a:p>
        </p:txBody>
      </p:sp>
      <p:sp>
        <p:nvSpPr>
          <p:cNvPr id="131" name="Google Shape;131;p5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</a:t>
            </a:r>
            <a:endParaRPr/>
          </a:p>
        </p:txBody>
      </p:sp>
      <p:sp>
        <p:nvSpPr>
          <p:cNvPr id="132" name="Google Shape;132;p5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756525" y="1774475"/>
            <a:ext cx="10533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Develop a </a:t>
            </a:r>
            <a:r>
              <a:rPr b="1" lang="en-US" sz="2700">
                <a:solidFill>
                  <a:schemeClr val="dk1"/>
                </a:solidFill>
              </a:rPr>
              <a:t>web-based Task Management System</a:t>
            </a:r>
            <a:r>
              <a:rPr lang="en-US" sz="2700">
                <a:solidFill>
                  <a:schemeClr val="dk1"/>
                </a:solidFill>
              </a:rPr>
              <a:t> for administrators and team members.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Administrators can </a:t>
            </a:r>
            <a:r>
              <a:rPr b="1" lang="en-US" sz="2700">
                <a:solidFill>
                  <a:schemeClr val="dk1"/>
                </a:solidFill>
              </a:rPr>
              <a:t>create, assign, monitor, update, and delete tasks</a:t>
            </a:r>
            <a:r>
              <a:rPr lang="en-US" sz="2700">
                <a:solidFill>
                  <a:schemeClr val="dk1"/>
                </a:solidFill>
              </a:rPr>
              <a:t>.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Team members can view assigned tasks and update their </a:t>
            </a:r>
            <a:r>
              <a:rPr b="1" lang="en-US" sz="2700">
                <a:solidFill>
                  <a:schemeClr val="dk1"/>
                </a:solidFill>
              </a:rPr>
              <a:t>task status</a:t>
            </a:r>
            <a:r>
              <a:rPr lang="en-US" sz="2700">
                <a:solidFill>
                  <a:schemeClr val="dk1"/>
                </a:solidFill>
              </a:rPr>
              <a:t>.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Implement </a:t>
            </a:r>
            <a:r>
              <a:rPr b="1" lang="en-US" sz="2700">
                <a:solidFill>
                  <a:schemeClr val="dk1"/>
                </a:solidFill>
              </a:rPr>
              <a:t>JWT authentication, MongoDB Atlas, and WebSockets</a:t>
            </a:r>
            <a:r>
              <a:rPr lang="en-US" sz="2700">
                <a:solidFill>
                  <a:schemeClr val="dk1"/>
                </a:solidFill>
              </a:rPr>
              <a:t> for secure access, cloud storage, and real-time notifications.</a:t>
            </a:r>
            <a:endParaRPr sz="2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>
            <p:ph type="title"/>
          </p:nvPr>
        </p:nvSpPr>
        <p:spPr>
          <a:xfrm>
            <a:off x="812792" y="520288"/>
            <a:ext cx="53382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0000"/>
                </a:solidFill>
              </a:rPr>
              <a:t>SYSTEM ARCHITECTURE</a:t>
            </a:r>
            <a:endParaRPr sz="3000"/>
          </a:p>
        </p:txBody>
      </p:sp>
      <p:sp>
        <p:nvSpPr>
          <p:cNvPr id="139" name="Google Shape;139;p6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</a:t>
            </a:r>
            <a:endParaRPr/>
          </a:p>
        </p:txBody>
      </p:sp>
      <p:sp>
        <p:nvSpPr>
          <p:cNvPr id="140" name="Google Shape;140;p6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6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INTERNSHIP</a:t>
            </a:r>
            <a:endParaRPr/>
          </a:p>
        </p:txBody>
      </p:sp>
      <p:pic>
        <p:nvPicPr>
          <p:cNvPr id="142" name="Google Shape;142;p6" title="Frontend–Backend–Database Architecture 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4100" y="1669300"/>
            <a:ext cx="10218075" cy="442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244b6d460536dab7_0_0"/>
          <p:cNvSpPr txBox="1"/>
          <p:nvPr>
            <p:ph type="title"/>
          </p:nvPr>
        </p:nvSpPr>
        <p:spPr>
          <a:xfrm>
            <a:off x="812792" y="520288"/>
            <a:ext cx="53382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0000"/>
                </a:solidFill>
              </a:rPr>
              <a:t>CONCLUSION</a:t>
            </a:r>
            <a:endParaRPr sz="3000"/>
          </a:p>
        </p:txBody>
      </p:sp>
      <p:sp>
        <p:nvSpPr>
          <p:cNvPr id="148" name="Google Shape;148;h244b6d460536dab7_0_0"/>
          <p:cNvSpPr txBox="1"/>
          <p:nvPr>
            <p:ph idx="11" type="ftr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</a:t>
            </a:r>
            <a:endParaRPr/>
          </a:p>
        </p:txBody>
      </p:sp>
      <p:sp>
        <p:nvSpPr>
          <p:cNvPr id="149" name="Google Shape;149;h244b6d460536dab7_0_0"/>
          <p:cNvSpPr txBox="1"/>
          <p:nvPr>
            <p:ph idx="12" type="sldNum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h244b6d460536dab7_0_0"/>
          <p:cNvSpPr txBox="1"/>
          <p:nvPr>
            <p:ph idx="10" type="dt"/>
          </p:nvPr>
        </p:nvSpPr>
        <p:spPr>
          <a:xfrm>
            <a:off x="8128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INTERNSHIP</a:t>
            </a:r>
            <a:endParaRPr/>
          </a:p>
        </p:txBody>
      </p:sp>
      <p:sp>
        <p:nvSpPr>
          <p:cNvPr id="151" name="Google Shape;151;h244b6d460536dab7_0_0"/>
          <p:cNvSpPr txBox="1"/>
          <p:nvPr/>
        </p:nvSpPr>
        <p:spPr>
          <a:xfrm>
            <a:off x="279850" y="1759100"/>
            <a:ext cx="11332500" cy="42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The proposed system provides a </a:t>
            </a:r>
            <a:r>
              <a:rPr b="1" lang="en-US" sz="2500">
                <a:solidFill>
                  <a:schemeClr val="dk1"/>
                </a:solidFill>
              </a:rPr>
              <a:t>centralized platform</a:t>
            </a:r>
            <a:r>
              <a:rPr lang="en-US" sz="2500">
                <a:solidFill>
                  <a:schemeClr val="dk1"/>
                </a:solidFill>
              </a:rPr>
              <a:t> for managing team tasks efficiently.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Role-based access helps separate </a:t>
            </a:r>
            <a:r>
              <a:rPr b="1" lang="en-US" sz="2500">
                <a:solidFill>
                  <a:schemeClr val="dk1"/>
                </a:solidFill>
              </a:rPr>
              <a:t>administrator and team-member responsibilities</a:t>
            </a:r>
            <a:r>
              <a:rPr lang="en-US" sz="2500">
                <a:solidFill>
                  <a:schemeClr val="dk1"/>
                </a:solidFill>
              </a:rPr>
              <a:t>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Real-time notifications improve communication about task assignments and updates.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The system can be further enhanced with </a:t>
            </a:r>
            <a:r>
              <a:rPr b="1" lang="en-US" sz="2500">
                <a:solidFill>
                  <a:schemeClr val="dk1"/>
                </a:solidFill>
              </a:rPr>
              <a:t>task analytics, reminders, deadlines, and advanced reporting</a:t>
            </a:r>
            <a:r>
              <a:rPr lang="en-US" sz="2500">
                <a:solidFill>
                  <a:schemeClr val="dk1"/>
                </a:solidFill>
              </a:rPr>
              <a:t>.</a:t>
            </a:r>
            <a:endParaRPr sz="2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2023-08-03T04:32:32Z</dcterms:created>
  <dc:creator>DURAI MURUGAN N</dc:creator>
</cp:coreProperties>
</file>